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18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320040"/>
            <a:ext cx="868680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Plan-to-Production Intelligence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758952"/>
            <a:ext cx="77724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platform delivery governance from RFQ to release readiness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93852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0392" y="2002536"/>
            <a:ext cx="76809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RFQ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2057400" y="193852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130552" y="2002536"/>
            <a:ext cx="10881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703320" y="193852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776472" y="2002536"/>
            <a:ext cx="122529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532120" y="1938528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605272" y="2002536"/>
            <a:ext cx="58521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720840" y="193852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793992" y="2002536"/>
            <a:ext cx="76809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092440" y="1938528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65592" y="2002536"/>
            <a:ext cx="11795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9829800" y="193852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902952" y="2002536"/>
            <a:ext cx="8595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Sustain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1700784" y="2084832"/>
            <a:ext cx="29260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328416" y="2084832"/>
            <a:ext cx="3017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102352" y="2084832"/>
            <a:ext cx="3657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272784" y="2084832"/>
            <a:ext cx="38404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653528" y="2084832"/>
            <a:ext cx="3657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464040" y="2084832"/>
            <a:ext cx="28346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68680" y="2880360"/>
            <a:ext cx="10332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41832" y="2944368"/>
            <a:ext cx="10186416" cy="8321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fragmented requirements, engineering dependencies, validation issues, and release risks into executable ownership, readiness intelligence, recovery plans, and production decisions.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60120" y="4069080"/>
            <a:ext cx="100584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thesis: productize senior SWDM / STM / LD execution logic into an agentic AI governance system.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Plan-to-Production Intelligence System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338560" y="6528816"/>
            <a:ext cx="365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problem: platform delivery fails in the gaps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Not because teams lack effort, but because information and accountability fragment across functions.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417320"/>
            <a:ext cx="4892040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96112" y="1481328"/>
            <a:ext cx="4745736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specs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1984248"/>
            <a:ext cx="45720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ARD, FM, CSTL, BIOS Spec, NUDD, UX Spec, schedules, and test plans all describe different parts of truth.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489204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96112" y="3767328"/>
            <a:ext cx="4745736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dependencies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4270248"/>
            <a:ext cx="45720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Thermal, graphics, BIOS, EC, driver, OS, validation, factory, and services silently block one another.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4892040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91072" y="1481328"/>
            <a:ext cx="4745736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explosion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91072" y="1984248"/>
            <a:ext cx="45720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FC, validation can create hundreds of issues before pilot and production readiness.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703320"/>
            <a:ext cx="489204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91072" y="3767328"/>
            <a:ext cx="4745736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decisions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91072" y="4270248"/>
            <a:ext cx="45720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 / post-RTS / must-fix decisions often arrive too late to protect schedule and quality.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88720" y="5669280"/>
            <a:ext cx="978408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61872" y="5733288"/>
            <a:ext cx="9637776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goal: convert ambiguity into accountable execution before the schedule collapses.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Plan-to-Production Intelligence System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338560" y="6528816"/>
            <a:ext cx="365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idea: the human execution loop becomes an agentic AI loop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SWDM / STM / LD work is already an observe → reason → act → verify loop.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920240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87552" y="1984248"/>
            <a:ext cx="145389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70048"/>
            <a:ext cx="1783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Docs, schedule, Jira, logs, validation results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3154680" y="1234440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27832" y="1298448"/>
            <a:ext cx="145389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63240" y="1984248"/>
            <a:ext cx="1783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Requirements, owners, dependencies, risks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5577840" y="1920240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650992" y="1984248"/>
            <a:ext cx="145389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2670048"/>
            <a:ext cx="1783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owner, schedule review, request evidence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617720" y="4160520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690872" y="4224528"/>
            <a:ext cx="145389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4910328"/>
            <a:ext cx="1783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QT result, readiness baseline, closure status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057400" y="4160520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130552" y="4224528"/>
            <a:ext cx="145389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4910328"/>
            <a:ext cx="1783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gap, gating risk, executive decision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406640" y="18288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79792" y="1892808"/>
            <a:ext cx="3419856" cy="18836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 gate remains mandatory for release, RTS, customer risk, and commercial trade-off decisions.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43800" y="4160520"/>
            <a:ext cx="329184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accelerates analysis and execution control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Humans retain accountability and final decisions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action remains traceable to source evidence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Plan-to-Production Intelligence System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338560" y="6528816"/>
            <a:ext cx="365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Plan-to-Production lifecycle scope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framework covers what happens before FC and after validation starts exploding.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1828800"/>
            <a:ext cx="1325880" cy="512064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76072" y="1892808"/>
            <a:ext cx="1179576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/ RFQ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13258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docs and schedule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65376" y="2084832"/>
            <a:ext cx="21031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130552" y="1828800"/>
            <a:ext cx="1325880" cy="512064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203704" y="1892808"/>
            <a:ext cx="1179576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 Decomposition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30552" y="2514600"/>
            <a:ext cx="13258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function checklists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93008" y="2084832"/>
            <a:ext cx="21031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758184" y="1828800"/>
            <a:ext cx="1325880" cy="512064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831336" y="1892808"/>
            <a:ext cx="1179576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&amp; Dependency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58184" y="2514600"/>
            <a:ext cx="13258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owners and critical path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20640" y="2084832"/>
            <a:ext cx="21031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385816" y="1828800"/>
            <a:ext cx="1325880" cy="512064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58968" y="1892808"/>
            <a:ext cx="1179576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Readiness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85816" y="2514600"/>
            <a:ext cx="13258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feature testability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48272" y="2084832"/>
            <a:ext cx="21031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013448" y="1828800"/>
            <a:ext cx="1325880" cy="512064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086600" y="1892808"/>
            <a:ext cx="1179576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Validation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013448" y="2514600"/>
            <a:ext cx="13258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 hundreds of issues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375904" y="2084832"/>
            <a:ext cx="21031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641080" y="1828800"/>
            <a:ext cx="1325880" cy="512064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714232" y="1892808"/>
            <a:ext cx="1179576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/ RTS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41080" y="2514600"/>
            <a:ext cx="13258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 / post-RTS decision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0003536" y="2084832"/>
            <a:ext cx="21031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268712" y="1828800"/>
            <a:ext cx="1325880" cy="512064"/>
          </a:xfrm>
          <a:prstGeom prst="roundRect">
            <a:avLst>
              <a:gd name="adj" fmla="val 14286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0341864" y="1892808"/>
            <a:ext cx="1179576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Sustain Handoff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68712" y="2514600"/>
            <a:ext cx="13258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PRTS items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51560" y="3703320"/>
            <a:ext cx="10058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124712" y="3767328"/>
            <a:ext cx="9912096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is not a slide update. It is evidence-based closure against checklist, dependency, validation, and risk criteria.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Plan-to-Production Intelligence System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338560" y="6528816"/>
            <a:ext cx="365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module 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Each module produces structured evidence for the next stage.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41732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1481328"/>
            <a:ext cx="181965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RFQ Ingestion</a:t>
            </a:r>
            <a:endParaRPr lang="en-US" sz="97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18745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 specs, schedules, tables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2926080" y="141732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99232" y="1481328"/>
            <a:ext cx="181965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Requirement Extraction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2971800" y="1920240"/>
            <a:ext cx="18745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structured requirements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212080" y="141732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285232" y="1481328"/>
            <a:ext cx="181965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Owner Router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257800" y="1920240"/>
            <a:ext cx="18745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 team ownership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7498080" y="141732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571232" y="1481328"/>
            <a:ext cx="181965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Checklist Generator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7543800" y="1920240"/>
            <a:ext cx="18745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FC baselines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9784080" y="141732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857232" y="1481328"/>
            <a:ext cx="181965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Dependency Graph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9829800" y="1920240"/>
            <a:ext cx="18745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critical path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640080" y="342900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3232" y="3493008"/>
            <a:ext cx="181965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FC Readiness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685800" y="3931920"/>
            <a:ext cx="18745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feature testability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2926080" y="342900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999232" y="3493008"/>
            <a:ext cx="181965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Issue Triage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2971800" y="3931920"/>
            <a:ext cx="18745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Classify, de-duplicate, prioritize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5212080" y="342900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285232" y="3493008"/>
            <a:ext cx="181965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Recovery Plan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5257800" y="3931920"/>
            <a:ext cx="18745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 / post-RTS / must-fix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498080" y="342900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571232" y="3493008"/>
            <a:ext cx="181965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Sustain Handoff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7543800" y="3931920"/>
            <a:ext cx="18745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closure and transfer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9784080" y="342900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857232" y="3493008"/>
            <a:ext cx="181965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Risk Report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9829800" y="3931920"/>
            <a:ext cx="18745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Director/VP-ready summary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1097280" y="5760720"/>
            <a:ext cx="996696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170432" y="5824728"/>
            <a:ext cx="9820656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principle: each AI output must be reviewable, traceable, and accepted by a human owner before it becomes an execution baseline.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Plan-to-Production Intelligence System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338560" y="6528816"/>
            <a:ext cx="365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RFQ Intelligence: from fragmented documents to executable specs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This is the first major automation opportunity in SWDM / STM / LD work.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41732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481328"/>
            <a:ext cx="1865376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documents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20574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ARD / FM / CSTL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BIOS Spec / NUDD / UX Spec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schedule / test plan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checklist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07792" y="1847088"/>
            <a:ext cx="79552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749040" y="141732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22192" y="1481328"/>
            <a:ext cx="2002536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extraction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67328" y="2148840"/>
            <a:ext cx="21488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RAG-grounded extraction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 schema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traceability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score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1847088"/>
            <a:ext cx="79552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949440" y="141732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022592" y="1481328"/>
            <a:ext cx="3328416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baseline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67728" y="2148840"/>
            <a:ext cx="347472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Function-level feature checklists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assignments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criteria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readiness tracking baseline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97280" y="4892040"/>
            <a:ext cx="9966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170432" y="4956048"/>
            <a:ext cx="9820656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Thermal → BIOS fan table → BIOS implementation → Validation testability before FC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Plan-to-Production Intelligence System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338560" y="6528816"/>
            <a:ext cx="365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Dependency graph and readiness intelligence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system detects what team blocks another team before it becomes a launch crisis.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645920" y="2057400"/>
            <a:ext cx="169164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434840" y="2057400"/>
            <a:ext cx="155448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086600" y="2057400"/>
            <a:ext cx="146304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645920" y="4160520"/>
            <a:ext cx="169164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434840" y="4160520"/>
            <a:ext cx="15544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086600" y="4160520"/>
            <a:ext cx="146304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178308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96112" y="1847088"/>
            <a:ext cx="950976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78308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319272" y="1847088"/>
            <a:ext cx="1133856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 Table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97880" y="178308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71032" y="1847088"/>
            <a:ext cx="1133856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58200" y="178308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531352" y="1847088"/>
            <a:ext cx="1408176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388620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96112" y="3950208"/>
            <a:ext cx="950976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88620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319272" y="3950208"/>
            <a:ext cx="1133856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Table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97880" y="388620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971032" y="3950208"/>
            <a:ext cx="1133856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58200" y="388620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531352" y="3950208"/>
            <a:ext cx="1408176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/ Driver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0120" y="5687568"/>
            <a:ext cx="102412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33272" y="5751576"/>
            <a:ext cx="10094976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upstream owner, downstream impacted team, required date, missed-date risk, escalation owner, readiness score.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Plan-to-Production Intelligence System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338560" y="6528816"/>
            <a:ext cx="365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Issue convergence: from hundreds of issues to release decisions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AI does triage pre-work; the human leader owns the decision.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874520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8952" y="1938528"/>
            <a:ext cx="159105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2450592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Sev1 / gating / Sev2 / Sev3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2468880" y="2103120"/>
            <a:ext cx="29260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926080" y="1874520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999232" y="1938528"/>
            <a:ext cx="159105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De-duplicate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0" y="2450592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symptom, same log pattern, repeated validation case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4709160" y="2103120"/>
            <a:ext cx="29260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166360" y="1874520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39512" y="1938528"/>
            <a:ext cx="159105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owner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66360" y="2450592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BIOS, EC, driver, OS, app, validation, ODM, vendor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949440" y="2103120"/>
            <a:ext cx="29260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06640" y="1874520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79792" y="1938528"/>
            <a:ext cx="159105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evidence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06640" y="2450592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Reproducible? Machine available? QT result?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9189720" y="2103120"/>
            <a:ext cx="29260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646920" y="1874520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720072" y="1938528"/>
            <a:ext cx="159105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 path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46920" y="2450592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Must-fix, ATS, post-RTS, escalation, handoff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1051560" y="4251960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124712" y="4315968"/>
            <a:ext cx="195681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outputs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4800600"/>
            <a:ext cx="28346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gating risks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plan and ETA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and escalation path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/ schedule trade-offs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86600" y="4251960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159752" y="4315968"/>
            <a:ext cx="223113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accountability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78040" y="4800600"/>
            <a:ext cx="32004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ATS / post-RTS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Escalate resource gap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production readiness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 executive status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Plan-to-Production Intelligence System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338560" y="6528816"/>
            <a:ext cx="365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Cross-industry applicability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workflow is not limited to PC, server, BIOS, or ODM execution.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5087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96112" y="1572768"/>
            <a:ext cx="277977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Server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27889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Firmware / validation / ODM readiness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26280" y="15087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99432" y="1572768"/>
            <a:ext cx="277977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Automotive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148840"/>
            <a:ext cx="27889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ECU / ADAS / safety validation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0" y="15087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02752" y="1572768"/>
            <a:ext cx="277977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Device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75320" y="2148840"/>
            <a:ext cx="27889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Regulatory requirements to verification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96112" y="3721608"/>
            <a:ext cx="277977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Semiconductor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4297680"/>
            <a:ext cx="27889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 / errata / stepping / validation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26280" y="365760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99432" y="3721608"/>
            <a:ext cx="277977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4297680"/>
            <a:ext cx="27889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requirement to readiness review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0" y="365760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02752" y="3721608"/>
            <a:ext cx="277977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75320" y="4297680"/>
            <a:ext cx="27889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PRD to release gate and incident risk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143000" y="5897880"/>
            <a:ext cx="98755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216152" y="5961888"/>
            <a:ext cx="972921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pattern: fragmented requirements → owners → dependencies → validation evidence → release decision.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Plan-to-Production Intelligence System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338560" y="6528816"/>
            <a:ext cx="365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Start with the highest-value automation: RFQ-to-checklist and FC readiness.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32588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389888"/>
            <a:ext cx="905256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574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RFQ ingestion + requirement extraction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6720840" y="1371600"/>
            <a:ext cx="42976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requirement JSON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731520" y="2258568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4672" y="2322576"/>
            <a:ext cx="905256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57400" y="2304288"/>
            <a:ext cx="3931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generator + owner router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6720840" y="2304288"/>
            <a:ext cx="42976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BIOS/EC/Driver/OS/App checklists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31520" y="3191256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04672" y="3255264"/>
            <a:ext cx="905256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57400" y="3236976"/>
            <a:ext cx="3931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graph + FC readiness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6720840" y="3236976"/>
            <a:ext cx="42976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path and blocker dashboard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31520" y="4123944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04672" y="4187952"/>
            <a:ext cx="905256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57400" y="4169664"/>
            <a:ext cx="3931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triage + recovery plan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6720840" y="4169664"/>
            <a:ext cx="42976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Sev/gating, owner, ATS/post-RTS recommendation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731520" y="5056632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04672" y="5120640"/>
            <a:ext cx="905256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057400" y="5102352"/>
            <a:ext cx="3931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report + GitHub demo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6720840" y="5102352"/>
            <a:ext cx="42976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report, sample data, README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960120" y="6144768"/>
            <a:ext cx="1033272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33272" y="6208776"/>
            <a:ext cx="1018641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stack: PDF/OCR + RAG + JSON schema + owner classifier + graph model + FastAPI dashboard + human approval gates.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Plan-to-Production Intelligence System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338560" y="6528816"/>
            <a:ext cx="365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positioning for Tony Lee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This project reframes Dell/HPE platform experience into an AI product strategy.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50876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41832" y="1572768"/>
            <a:ext cx="2231136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LinkedIn / 104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28346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Plan-to-Production Intelligence System: AI-driven platform delivery governance from requirements to release readiness.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50876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45152" y="1572768"/>
            <a:ext cx="2231136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148840"/>
            <a:ext cx="28346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README, architecture diagram, sample requirement schema, module roadmap, demo dataset, issue triage example.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75320" y="150876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48472" y="1572768"/>
            <a:ext cx="2231136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75320" y="2148840"/>
            <a:ext cx="28346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know how to productize SWDM / STM / LD execution logic into an agentic AI workflow.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43000" y="4572000"/>
            <a:ext cx="9875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16152" y="4636008"/>
            <a:ext cx="9729216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Differentiator: most AI engineers can build RAG and dashboards; few understand how platform delivery actually fails between RFQ, validation, production, and sustaining handoff.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Plan-to-Production Intelligence System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0" y="6528816"/>
            <a:ext cx="365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Enterprise impact: why companies want this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CEBFF"/>
                </a:solidFill>
              </a:defRPr>
            </a:pPr>
            <a:r>
              <a:t>A process-level change that reduces meetings, lowers loading, controls quality / schedule risk, and improves line utilization.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2176272" cy="4160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87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783080"/>
            <a:ext cx="19568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F5A"/>
                </a:solidFill>
              </a:defRPr>
            </a:pPr>
            <a:r>
              <a:t>Reduce meeting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487168"/>
            <a:ext cx="195681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3446"/>
                </a:solidFill>
              </a:defRPr>
            </a:pPr>
            <a:r>
              <a:t>AI-generated agendas, owner actions, readiness gaps, and decision summaries replace repetitive status collection.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52344" y="1600200"/>
            <a:ext cx="2176272" cy="4160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87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62072" y="1783080"/>
            <a:ext cx="19568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F5A"/>
                </a:solidFill>
              </a:defRPr>
            </a:pPr>
            <a:r>
              <a:t>Lower manpower loading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2072" y="2487168"/>
            <a:ext cx="195681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3446"/>
                </a:solidFill>
              </a:defRPr>
            </a:pPr>
            <a:r>
              <a:t>Automate requirement extraction, checklist generation, duplicate issue detection, owner routing, and report preparation.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1768" y="1600200"/>
            <a:ext cx="2176272" cy="4160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87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11496" y="1783080"/>
            <a:ext cx="19568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F5A"/>
                </a:solidFill>
              </a:defRPr>
            </a:pPr>
            <a:r>
              <a:t>Control quality &amp; 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1496" y="2487168"/>
            <a:ext cx="195681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3446"/>
                </a:solidFill>
              </a:defRPr>
            </a:pPr>
            <a:r>
              <a:t>Evidence-based FC, pilot, production, RFD/RTS, and sustain handoff readiness makes risk visible earlier.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51192" y="1600200"/>
            <a:ext cx="2176272" cy="4160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87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19" y="1783080"/>
            <a:ext cx="19568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F5A"/>
                </a:solidFill>
              </a:defRPr>
            </a:pPr>
            <a:r>
              <a:t>Improve line utilization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19" y="2487168"/>
            <a:ext cx="195681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3446"/>
                </a:solidFill>
              </a:defRPr>
            </a:pPr>
            <a:r>
              <a:t>Detect blockers before build exit, reduce late surprises, and align recovery plans before production capacity is wasted.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0616" y="1600200"/>
            <a:ext cx="2176272" cy="4160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87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10344" y="1783080"/>
            <a:ext cx="19568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F5A"/>
                </a:solidFill>
              </a:defRPr>
            </a:pPr>
            <a:r>
              <a:t>Scale across industries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0344" y="2487168"/>
            <a:ext cx="195681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3446"/>
                </a:solidFill>
              </a:defRPr>
            </a:pPr>
            <a:r>
              <a:t>The same governance pattern applies to AI servers, storage, automotive, medical, semiconductor, aerospace, and SaaS.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550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DE1"/>
                </a:solidFill>
              </a:defRPr>
            </a:pPr>
            <a:r>
              <a:t>Plan-to-Production Intelligence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3093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Tony Lee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Plan-to-Production Intelligence System</dc:title>
  <dc:subject>Plan-to-Production Intelligence System</dc:subject>
  <dc:creator>Tony Lee</dc:creator>
  <cp:lastModifiedBy>Tony Lee</cp:lastModifiedBy>
  <cp:revision>1</cp:revision>
  <dcterms:created xsi:type="dcterms:W3CDTF">2026-06-29T02:33:58Z</dcterms:created>
  <dcterms:modified xsi:type="dcterms:W3CDTF">2026-06-29T02:33:58Z</dcterms:modified>
</cp:coreProperties>
</file>